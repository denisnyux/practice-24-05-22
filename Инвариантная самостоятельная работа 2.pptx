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6" r:id="rId4"/>
    <p:sldId id="267" r:id="rId5"/>
    <p:sldId id="259" r:id="rId6"/>
    <p:sldId id="260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03644-6A31-E241-A5C4-2431685000D5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A4966-EC40-6642-8FDB-14A8EDCABC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762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7CC74-8201-1C2F-70A2-21929F0CD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65AA8C-B64A-3346-BEFE-FB6545F1A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02521-76D5-0BF6-6BC4-0A80C5701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78C1E4-EF8E-0FFC-6AB8-70B0BA3C6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900C71-7E49-54D0-F2A1-BB79561A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96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29B5B-4852-EF6B-9FF2-CAB0F541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704A7-AAE5-9C95-C286-0A9A8AB09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B4120A-7147-CB88-DCB1-5CBC3325A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509D6-9CA6-7616-5333-48FB366A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F1DD27-C443-74CD-B845-B1B130418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7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72453-AEC1-2AAA-8577-6159BF58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E74F4B-B3F7-D701-52D6-5BC8EBC8E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6AC49-ED62-4AAD-2D96-C46DCC03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493D25-B567-C121-E8E1-2587C125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C1BCB6-BD51-E24A-1084-1B000CFA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18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C3363-FAEA-73BC-C176-A2E6E71B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4E6CF1-4F06-5A2D-FD8C-2F44E6F92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8938D6-BE44-B349-5592-36722B33B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5D69F0-0B7C-45FE-B198-4F218CD2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4D2636-B77C-93FC-1784-E878B80A4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C67A9-CCA5-78CB-764E-430B425A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96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31DE34-4A11-DA96-17CC-736CF121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A990C3-6C25-0681-468E-3C686AA3B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B6F3A4-73E5-A622-49C4-E0EB76322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A49102-BA33-754C-ED55-5716247AD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B4A889-2449-24B6-11C3-255A4EF9E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9B0DDB-8BEA-72B3-39F0-F1936B4A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6935F3-DF45-D723-7E7E-FCC03730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1C801DE-5C39-C26B-FF3D-C163CB52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52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98C50-8F96-971D-72ED-D7C7830C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249A26-163C-83BB-691A-4C22E764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E7C24B-F8E2-D288-7F78-14E60D9C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D468D8-B3B5-4247-EF23-DD60ED65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5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B98222-3AD2-15B7-435C-FF7B798A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BBEBC4-DA5A-A084-B328-63F2566D2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56B137-5A44-23FE-8DE6-4FEC3D80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13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B9054-2986-E452-F9C0-F402F433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2559E9-525B-29BE-2B81-4CA93C4D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DDFB1C-50FB-C877-1FC7-A656EF525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C46BA4-6F03-234F-8DB4-10F1F609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01504E-4ADC-EDEC-38F7-8CD809AAD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8105E1-31BE-E20F-A780-62B93DF07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81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578C4-7335-7D52-EB11-031AFAB96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C947EF-04DE-1F44-FB53-3CFC5716B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852D0A-D19F-08AC-4747-A0DE80F96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4B124-761E-88CE-4599-BC273ED90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9FDF43-5DB6-93C9-D36E-93EC9B1E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F9ED5-A6FE-5911-1681-EA52A325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1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CD894-B4EF-545C-6C46-F87B8C905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9C920A-E252-E670-38B6-C56EEFCFD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64E58-0C51-CA3B-F0DE-7DA333ACC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0BAF93-C706-458A-5CEF-476DF1B2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4E8F3D-BC10-93C2-EF76-576D0BB2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5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BDE9EE-89C4-6CDE-78E1-B3FBA5A48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9DDDF5-C8B8-EEA6-F1D0-47110D1E9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37DF35-F8B8-E77F-A41C-D233450F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51D509-0007-57D7-F509-1A0F3012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9BC6A-F812-C791-7C75-BC14A63A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42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95627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56223-C430-0A5B-BC35-D8D3567C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3B4FB7-80A2-3159-A22D-A5ADBE8EC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F71BA6-88A3-1A11-ACA7-08D487E12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A3F06-BDB4-CB4B-AEF3-FC26A8D974EF}" type="datetimeFigureOut">
              <a:rPr lang="ru-RU" smtClean="0"/>
              <a:t>24.05.2022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358BF-192F-57C0-94B3-115883E12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013CCE-41B0-0CC5-8BB4-9665687FB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B3770-0FAC-7B49-8C62-43A9A943CD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29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15600" y="270932"/>
            <a:ext cx="11360800" cy="247459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ru-RU" sz="3733" b="1" dirty="0">
                <a:latin typeface="Times New Roman"/>
                <a:ea typeface="Times New Roman"/>
                <a:cs typeface="Times New Roman"/>
                <a:sym typeface="Times New Roman"/>
              </a:rPr>
              <a:t>Разработка </a:t>
            </a:r>
            <a:r>
              <a:rPr lang="en" sz="3733" b="1" dirty="0">
                <a:latin typeface="Times New Roman"/>
                <a:ea typeface="Times New Roman"/>
                <a:cs typeface="Times New Roman"/>
                <a:sym typeface="Times New Roman"/>
              </a:rPr>
              <a:t>API </a:t>
            </a:r>
            <a:r>
              <a:rPr lang="ru-RU" sz="3733" b="1" dirty="0">
                <a:latin typeface="Times New Roman"/>
                <a:ea typeface="Times New Roman"/>
                <a:cs typeface="Times New Roman"/>
                <a:sym typeface="Times New Roman"/>
              </a:rPr>
              <a:t>онлайн-</a:t>
            </a:r>
            <a:r>
              <a:rPr lang="ru-RU" sz="3733" b="1" dirty="0" err="1">
                <a:latin typeface="Times New Roman"/>
                <a:ea typeface="Times New Roman"/>
                <a:cs typeface="Times New Roman"/>
                <a:sym typeface="Times New Roman"/>
              </a:rPr>
              <a:t>микросервиса</a:t>
            </a:r>
            <a:r>
              <a:rPr lang="ru-RU" sz="3733" b="1" dirty="0">
                <a:latin typeface="Times New Roman"/>
                <a:ea typeface="Times New Roman"/>
                <a:cs typeface="Times New Roman"/>
                <a:sym typeface="Times New Roman"/>
              </a:rPr>
              <a:t> по редактированию изображений на основе </a:t>
            </a:r>
            <a:r>
              <a:rPr lang="ru-RU" sz="3733" b="1" dirty="0" err="1">
                <a:latin typeface="Times New Roman"/>
                <a:ea typeface="Times New Roman"/>
                <a:cs typeface="Times New Roman"/>
                <a:sym typeface="Times New Roman"/>
              </a:rPr>
              <a:t>импортозамещенных</a:t>
            </a:r>
            <a:r>
              <a:rPr lang="ru-RU" sz="3733" b="1" dirty="0">
                <a:latin typeface="Times New Roman"/>
                <a:ea typeface="Times New Roman"/>
                <a:cs typeface="Times New Roman"/>
                <a:sym typeface="Times New Roman"/>
              </a:rPr>
              <a:t> веб-технологий 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313600" y="2929470"/>
            <a:ext cx="5878400" cy="365759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R="72812" algn="l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ru" sz="2133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72812" algn="l">
              <a:lnSpc>
                <a:spcPct val="115000"/>
              </a:lnSpc>
              <a:spcBef>
                <a:spcPts val="573"/>
              </a:spcBef>
              <a:buClr>
                <a:schemeClr val="dk1"/>
              </a:buClr>
              <a:buSzPts val="1100"/>
            </a:pPr>
            <a:r>
              <a:rPr lang="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R="72812" algn="l">
              <a:lnSpc>
                <a:spcPct val="115000"/>
              </a:lnSpc>
              <a:spcBef>
                <a:spcPts val="573"/>
              </a:spcBef>
              <a:buClr>
                <a:schemeClr val="dk1"/>
              </a:buClr>
              <a:buSzPts val="1100"/>
            </a:pPr>
            <a:r>
              <a:rPr lang="ru-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72812" algn="l">
              <a:lnSpc>
                <a:spcPct val="115000"/>
              </a:lnSpc>
              <a:spcBef>
                <a:spcPts val="573"/>
              </a:spcBef>
              <a:buClr>
                <a:schemeClr val="dk1"/>
              </a:buClr>
              <a:buSzPts val="1100"/>
            </a:pPr>
            <a:r>
              <a:rPr lang="ru-RU" sz="2133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Нюхалов</a:t>
            </a:r>
            <a:r>
              <a:rPr lang="ru-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Денис Глебович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72812" algn="l">
              <a:lnSpc>
                <a:spcPct val="115000"/>
              </a:lnSpc>
              <a:spcBef>
                <a:spcPts val="573"/>
              </a:spcBef>
              <a:buClr>
                <a:schemeClr val="dk1"/>
              </a:buClr>
              <a:buSzPts val="1100"/>
            </a:pPr>
            <a:r>
              <a:rPr lang="ru" sz="2133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72812" algn="l">
              <a:lnSpc>
                <a:spcPct val="115000"/>
              </a:lnSpc>
              <a:spcBef>
                <a:spcPts val="573"/>
              </a:spcBef>
              <a:spcAft>
                <a:spcPts val="573"/>
              </a:spcAft>
              <a:buClr>
                <a:schemeClr val="dk1"/>
              </a:buClr>
              <a:buSzPts val="1100"/>
            </a:pPr>
            <a:r>
              <a:rPr lang="ru" sz="2133" dirty="0">
                <a:latin typeface="Times New Roman"/>
                <a:ea typeface="Times New Roman"/>
                <a:cs typeface="Times New Roman"/>
                <a:sym typeface="Times New Roman"/>
              </a:rPr>
              <a:t>к.п.н., доцент </a:t>
            </a:r>
            <a:r>
              <a:rPr lang="ru-RU" sz="2133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Государев Илья Борисович</a:t>
            </a:r>
            <a:endParaRPr sz="21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5600" y="1903200"/>
            <a:ext cx="11360800" cy="342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ru-RU" sz="3200" dirty="0">
                <a:latin typeface="Times New Roman"/>
                <a:ea typeface="Times New Roman"/>
                <a:cs typeface="Times New Roman"/>
                <a:sym typeface="Times New Roman"/>
              </a:rPr>
              <a:t>Актуальность дипломной работы обуславливается ограниченным количеством функционирующих российских приложений и </a:t>
            </a:r>
            <a:r>
              <a:rPr lang="en" sz="3200" dirty="0">
                <a:latin typeface="Times New Roman"/>
                <a:ea typeface="Times New Roman"/>
                <a:cs typeface="Times New Roman"/>
                <a:sym typeface="Times New Roman"/>
              </a:rPr>
              <a:t>API </a:t>
            </a:r>
            <a:r>
              <a:rPr lang="ru-RU" sz="3200" dirty="0">
                <a:latin typeface="Times New Roman"/>
                <a:ea typeface="Times New Roman"/>
                <a:cs typeface="Times New Roman"/>
                <a:sym typeface="Times New Roman"/>
              </a:rPr>
              <a:t>обработки изображений. </a:t>
            </a:r>
            <a:endParaRPr lang="ru-RU" sz="3200" dirty="0">
              <a:solidFill>
                <a:srgbClr val="FF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415600" y="1903200"/>
            <a:ext cx="11360800" cy="342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Aft>
                <a:spcPts val="2133"/>
              </a:spcAft>
              <a:buNone/>
            </a:pPr>
            <a:r>
              <a:rPr lang="ru-RU" sz="3200" dirty="0">
                <a:latin typeface="Times New Roman"/>
                <a:ea typeface="Times New Roman"/>
                <a:cs typeface="Times New Roman"/>
                <a:sym typeface="Times New Roman"/>
              </a:rPr>
              <a:t>Серверная часть сервиса обработки изображений</a:t>
            </a:r>
          </a:p>
          <a:p>
            <a:pPr marL="0" indent="0" algn="just">
              <a:spcAft>
                <a:spcPts val="2133"/>
              </a:spcAft>
              <a:buNone/>
            </a:pPr>
            <a:br>
              <a:rPr lang="ru-RU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" sz="4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15600" y="20101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Разработка </a:t>
            </a:r>
            <a:r>
              <a:rPr lang="e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API 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для онлайн-</a:t>
            </a:r>
            <a:r>
              <a:rPr lang="ru-RU" sz="3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микросервиса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 по редактированию изображений с использованием </a:t>
            </a:r>
            <a:r>
              <a:rPr lang="ru-RU" sz="3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импортозамещенных</a:t>
            </a: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 технологий и размещенного на российских серверах</a:t>
            </a:r>
          </a:p>
          <a:p>
            <a:pPr marL="0" indent="0" algn="just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b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15600" y="1628704"/>
            <a:ext cx="10562541" cy="41229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600272" algn="just" fontAlgn="base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Проанализировать современные подходы к написанию онлайн сервисов и 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API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для обработки изображений;</a:t>
            </a:r>
          </a:p>
          <a:p>
            <a:pPr marL="600272" algn="just" fontAlgn="base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Изучить отечественные сервисы, предоставляющие услуги аренды виртуальных выделенных серверов;</a:t>
            </a:r>
          </a:p>
          <a:p>
            <a:pPr marL="600272" algn="just" fontAlgn="base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Определить набор функций, которые будут выполняться на серверной части сервиса;</a:t>
            </a:r>
          </a:p>
          <a:p>
            <a:pPr marL="600272" algn="just" fontAlgn="base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Разработать серверную часть приложения и </a:t>
            </a:r>
            <a:r>
              <a:rPr lang="e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API, 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реализующие функции по редактированию изображений;</a:t>
            </a:r>
          </a:p>
          <a:p>
            <a:pPr marL="600272" algn="just" fontAlgn="base">
              <a:spcBef>
                <a:spcPts val="1600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Разместить код серверной части приложения на виртуальном выделенном сервере. </a:t>
            </a: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415600" y="17810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Редактор исходного кода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Studio Code</a:t>
            </a: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Язык программирования </a:t>
            </a:r>
            <a:r>
              <a:rPr lang="en-US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lang="ru-RU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Программная платформа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Node.js</a:t>
            </a: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Библиотека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Express</a:t>
            </a:r>
            <a:endParaRPr lang="ru-RU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Зависимости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Body-parser, </a:t>
            </a:r>
            <a:r>
              <a:rPr lang="en-US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cors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sharp, </a:t>
            </a:r>
            <a:r>
              <a:rPr lang="en-US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uuid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morgan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nodemon</a:t>
            </a:r>
            <a:endParaRPr lang="en-US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Сервис для тестирования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Postman</a:t>
            </a:r>
          </a:p>
          <a:p>
            <a:pPr marL="575719">
              <a:buClr>
                <a:srgbClr val="000000"/>
              </a:buClr>
              <a:buSzPts val="2200"/>
            </a:pPr>
            <a:r>
              <a:rPr lang="ru-RU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Платформа для размещения: </a:t>
            </a: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Yandex Cloud</a:t>
            </a:r>
          </a:p>
          <a:p>
            <a:pPr marL="575719">
              <a:buClr>
                <a:srgbClr val="000000"/>
              </a:buClr>
              <a:buSzPts val="2200"/>
            </a:pPr>
            <a:endParaRPr sz="2933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7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709B7B-000F-DF78-D87F-AEDF5462F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06" y="1384513"/>
            <a:ext cx="8872388" cy="5095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415600" y="1807700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ctr">
              <a:spcAft>
                <a:spcPts val="2133"/>
              </a:spcAft>
              <a:buNone/>
            </a:pPr>
            <a:r>
              <a:rPr lang="ru" sz="4400" dirty="0">
                <a:solidFill>
                  <a:srgbClr val="000000"/>
                </a:solidFill>
                <a:latin typeface="Times" pitchFamily="2" charset="0"/>
              </a:rPr>
              <a:t>Демонстрация работы продукта</a:t>
            </a:r>
            <a:endParaRPr sz="4400" dirty="0">
              <a:solidFill>
                <a:srgbClr val="000000"/>
              </a:solidFill>
              <a:latin typeface="Times" pitchFamily="2" charset="0"/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ru"/>
              <a:pPr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196</Words>
  <Application>Microsoft Macintosh PowerPoint</Application>
  <PresentationFormat>Широкоэкранный</PresentationFormat>
  <Paragraphs>38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</vt:lpstr>
      <vt:lpstr>Times New Roman</vt:lpstr>
      <vt:lpstr>Тема Office</vt:lpstr>
      <vt:lpstr>Разработка API онлайн-микросервиса по редактированию изображений на основе импортозамещенных веб-технологий </vt:lpstr>
      <vt:lpstr>Актуальность</vt:lpstr>
      <vt:lpstr>Предмет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API онлайн-микросервиса по редактированию изображений на основе импортозамещенных веб-технологий </dc:title>
  <dc:creator>Microsoft Office User</dc:creator>
  <cp:lastModifiedBy>Microsoft Office User</cp:lastModifiedBy>
  <cp:revision>2</cp:revision>
  <dcterms:created xsi:type="dcterms:W3CDTF">2022-05-24T13:05:14Z</dcterms:created>
  <dcterms:modified xsi:type="dcterms:W3CDTF">2022-05-24T13:40:16Z</dcterms:modified>
</cp:coreProperties>
</file>